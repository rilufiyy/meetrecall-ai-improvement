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E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94944"/>
            <a:ext cx="3877056" cy="6163056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38528" y="0"/>
            <a:ext cx="3877056" cy="4059936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15768" y="0"/>
            <a:ext cx="3886200" cy="5257800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5486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A162E"/>
                </a:solidFill>
              </a:rPr>
              <a:t>Presented by : Sri Lutfiya Dwiyeni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7432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A162E"/>
                </a:solidFill>
              </a:rPr>
              <a:t>MeetRecall AI</a:t>
            </a:r>
          </a:p>
          <a:p>
            <a:pPr algn="l"/>
            <a:r>
              <a:rPr sz="4200" b="1" i="0">
                <a:solidFill>
                  <a:srgbClr val="0A162E"/>
                </a:solidFill>
              </a:rPr>
              <a:t>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074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95D91"/>
                </a:solidFill>
              </a:rPr>
              <a:t>Meeting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742432"/>
            <a:ext cx="2377440" cy="384048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577900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Transcription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5742432"/>
            <a:ext cx="2377440" cy="384048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577900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RAG Chatbot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6245352"/>
            <a:ext cx="2377440" cy="384048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62819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Topic Clustering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6245352"/>
            <a:ext cx="2377440" cy="384048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62819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Sentiment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E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11880"/>
            <a:ext cx="1261872" cy="3246120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28832" y="0"/>
            <a:ext cx="960120" cy="3099816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7160" y="1335024"/>
            <a:ext cx="621792" cy="5522976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61872" y="2999232"/>
            <a:ext cx="2542032" cy="1435608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53896" y="3255264"/>
            <a:ext cx="1188720" cy="1335024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53896" y="3886200"/>
            <a:ext cx="2340864" cy="1435608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169663"/>
            <a:ext cx="3648456" cy="749808"/>
          </a:xfrm>
          <a:prstGeom prst="rect">
            <a:avLst/>
          </a:prstGeom>
          <a:solidFill>
            <a:srgbClr val="0A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70248"/>
            <a:ext cx="3547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SRI LUTFIYA DWIYENI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02920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E"/>
                </a:solidFill>
              </a:rPr>
              <a:t>ABOUT 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406640" cy="36576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E"/>
                </a:solidFill>
              </a:rPr>
              <a:t>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5564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Diponegoro University - Bachelor of Mathematics (2021 - 2025)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67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E"/>
                </a:solidFill>
              </a:rPr>
              <a:t>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Independent Study at Bangkit Academy 2024  (Sept 2024 - Jan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80944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Independent Study at Startup Campus 2024  (Feb 2024 - Jun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438144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E"/>
                </a:solidFill>
              </a:rPr>
              <a:t>OVERVIEW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13632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E"/>
                </a:solidFill>
              </a:rPr>
              <a:t>Clinical Research RAG Mini Chatbot: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15384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Mini chatbot RAG focused on Nightmare Disorder, IRT, and Major Depressive Episode.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99432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E"/>
                </a:solidFill>
              </a:rPr>
              <a:t>MLOps Model Monitoring: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901184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MLOps pipeline for house price prediction using MLflow, FastAPI, and Docker.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85232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E"/>
                </a:solidFill>
              </a:rPr>
              <a:t>SmartSplit Bill Assistant: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586984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AI tool to extract receipts and split bills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971032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E"/>
                </a:solidFill>
              </a:rPr>
              <a:t>Intelligent Customer Assistant: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6272784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RAG-based assistant that answers customer queries accurately and contextually.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</a:rPr>
              <a:t>What professionals face every day with meeting recordings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577840" cy="24231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075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1444"/>
                </a:solidFill>
              </a:rPr>
              <a:t>Takes Too Much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19656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Writing down everything from a 1-hour meeting can take another 4 to 5 hours of manual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577840" cy="24231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57784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3075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1444"/>
                </a:solidFill>
              </a:rPr>
              <a:t>Hard to Find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19656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After a meeting, finding out what was said or who decided what requires replaying the entire recording.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577840" cy="24231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57784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9593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1444"/>
                </a:solidFill>
              </a:rPr>
              <a:t>No Clear Picture of Topics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471416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When a meeting covers many subjects, it is nearly impossible to separate and organize each theme manually.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5577840" cy="24231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94760"/>
            <a:ext cx="557784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9593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1444"/>
                </a:solidFill>
              </a:rPr>
              <a:t>Missing the Emotional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471416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Understanding how each participant felt during the discussion is invisible without the right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</a:rPr>
              <a:t>From raw recording to full meeting intelligence in a few clicks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474720" cy="4069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4747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98448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07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71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1444"/>
                </a:solidFill>
              </a:rPr>
              <a:t>1.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Upload any meeting recording from your computer.</a:t>
            </a:r>
          </a:p>
          <a:p>
            <a:pPr algn="l"/>
            <a:r>
              <a:rPr sz="1200" b="0" i="0">
                <a:solidFill>
                  <a:srgbClr val="374151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374151"/>
                </a:solidFill>
              </a:rPr>
              <a:t>Supports all common audio and video formats.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474720" cy="4069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298448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307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371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1444"/>
                </a:solidFill>
              </a:rPr>
              <a:t>2. AI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938528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The system listens, identifies each speaker, and reads through the entire conversation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474720" cy="4069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474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1298448"/>
            <a:ext cx="50292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307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371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1444"/>
                </a:solidFill>
              </a:rPr>
              <a:t>3. Explore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1938528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 set of AI tools is instantly available:</a:t>
            </a:r>
          </a:p>
          <a:p>
            <a:pPr algn="l"/>
            <a:r>
              <a:rPr sz="1200" b="0" i="0">
                <a:solidFill>
                  <a:srgbClr val="374151"/>
                </a:solidFill>
              </a:rPr>
              <a:t>ask questions, discover topics, and see how each person spoke.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6517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6517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76672"/>
            <a:ext cx="11457432" cy="12801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76672"/>
            <a:ext cx="1145743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046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444"/>
                </a:solidFill>
              </a:rPr>
              <a:t>Built with industry-standard tools. Runs entirely on your own machine - your data never leaves your computer.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989320"/>
            <a:ext cx="73152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59893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Web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291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Clean, browser-based app.</a:t>
            </a:r>
          </a:p>
          <a:p>
            <a:pPr algn="l"/>
            <a:r>
              <a:rPr sz="900" b="0" i="0">
                <a:solidFill>
                  <a:srgbClr val="374151"/>
                </a:solidFill>
              </a:rPr>
              <a:t>No installation needed for the user.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5989320"/>
            <a:ext cx="7315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59893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Processing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6291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Handles all requests between the</a:t>
            </a:r>
          </a:p>
          <a:p>
            <a:pPr algn="l"/>
            <a:r>
              <a:rPr sz="900" b="0" i="0">
                <a:solidFill>
                  <a:srgbClr val="374151"/>
                </a:solidFill>
              </a:rPr>
              <a:t>web app and the AI models.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6" y="5989320"/>
            <a:ext cx="73152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59893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Ready to 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6291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One command to start the whole system.</a:t>
            </a:r>
          </a:p>
          <a:p>
            <a:pPr algn="l"/>
            <a:r>
              <a:rPr sz="900" b="0" i="0">
                <a:solidFill>
                  <a:srgbClr val="374151"/>
                </a:solidFill>
              </a:rPr>
              <a:t>Runs on any machine with Docker.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the AI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</a:rPr>
              <a:t>A look at the intelligence inside the platform</a:t>
            </a:r>
          </a:p>
        </p:txBody>
      </p:sp>
      <p:pic>
        <p:nvPicPr>
          <p:cNvPr id="6" name="Picture 5" descr="flowchart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24128"/>
            <a:ext cx="4480560" cy="58155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28032" y="1024128"/>
            <a:ext cx="36576" cy="58155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B4FC"/>
                </a:solidFill>
              </a:rPr>
              <a:t>When you upload a recording, the platform works in stages: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719072"/>
            <a:ext cx="69494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83480" y="1773936"/>
            <a:ext cx="6949440" cy="1591056"/>
          </a:xfrm>
          <a:prstGeom prst="rect">
            <a:avLst/>
          </a:prstGeom>
          <a:solidFill>
            <a:srgbClr val="1C1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1883664"/>
            <a:ext cx="6629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Listens to the 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377439"/>
            <a:ext cx="6629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</a:rPr>
              <a:t>The AI converts speech to text and separates each person's voice automatically. No manual labelling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3438144"/>
            <a:ext cx="69494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3493008"/>
            <a:ext cx="6949440" cy="1591056"/>
          </a:xfrm>
          <a:prstGeom prst="rect">
            <a:avLst/>
          </a:prstGeom>
          <a:solidFill>
            <a:srgbClr val="1C1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3602736"/>
            <a:ext cx="6629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Understands the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4096511"/>
            <a:ext cx="6629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</a:rPr>
              <a:t>The transcript is processed to understand meaning, not just words. It learns what was discussed, by whom, and in what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5157216"/>
            <a:ext cx="69494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5212079"/>
            <a:ext cx="6949440" cy="1591056"/>
          </a:xfrm>
          <a:prstGeom prst="rect">
            <a:avLst/>
          </a:prstGeom>
          <a:solidFill>
            <a:srgbClr val="1C1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5321807"/>
            <a:ext cx="6629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Surfaces three types of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5815583"/>
            <a:ext cx="6629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</a:rPr>
              <a:t>You can ask questions about the meeting, see the main topics that were covered, and read how each participant came across emotionally.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Demo - Upload and Transcription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2148840" cy="629107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74980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4980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13385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Drag and drop any meeting file. The system accepts over 10 different audio and video formats.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175564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75564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13969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Choose between a fully private local option or a fast cloud option, depending on your preference.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276148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76148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14553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A full transcript is produced with each speaker clearly identified and timestamped.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" y="376732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76732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 this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15137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24-minute recording, 7 speakers, 46 segments detected automatically</a:t>
            </a:r>
          </a:p>
        </p:txBody>
      </p:sp>
      <p:pic>
        <p:nvPicPr>
          <p:cNvPr id="18" name="Picture 17" descr="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566928"/>
            <a:ext cx="9948672" cy="31638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176272" y="3730752"/>
            <a:ext cx="994867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ranscriptio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3767328"/>
            <a:ext cx="9948672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Demo - Ask Your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2148840" cy="629107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749808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4980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13385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Type any question about the meeting and the AI finds the answer from the actual transcript.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1755648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75564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Grounded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13969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Every response points back to the exact part of the meeting it came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2761488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76148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you can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14553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"What decisions were made?" "What did Speaker A say about budgets?" "Summarise the meeting."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" y="3767328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76732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15137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Works in English and Bahasa Indonesia</a:t>
            </a:r>
          </a:p>
        </p:txBody>
      </p:sp>
      <p:pic>
        <p:nvPicPr>
          <p:cNvPr id="18" name="Picture 17" descr="RAG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566928"/>
            <a:ext cx="9948672" cy="31638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176272" y="3730752"/>
            <a:ext cx="994867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ore_interaction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3767328"/>
            <a:ext cx="9948672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Demo - Topic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2148840" cy="629107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74980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4980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13385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The AI reads through all discussion segments and automatically groups them into meaningful themes.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175564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75564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No manual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13969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Topics and their labels are generated by the AI. No human categorisation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276148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76148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 this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14553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5 distinct topics found across a 24-minute meeting with 46 discussion segments.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" y="3767328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76732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15137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Quickly understand what a long meeting was really about without re-watching it.</a:t>
            </a:r>
          </a:p>
        </p:txBody>
      </p:sp>
      <p:pic>
        <p:nvPicPr>
          <p:cNvPr id="18" name="Picture 17" descr="topic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566928"/>
            <a:ext cx="9948672" cy="31638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176272" y="3730752"/>
            <a:ext cx="994867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etail_each_topic_clust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3767328"/>
            <a:ext cx="9948672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12188952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Demo - Read the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2148840" cy="6291072"/>
          </a:xfrm>
          <a:prstGeom prst="rect">
            <a:avLst/>
          </a:prstGeom>
          <a:solidFill>
            <a:srgbClr val="161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749808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4980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13385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The AI analyses how each speaker came across throughout the meeting.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1755648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75564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Per-person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13969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Each participant gets their own positive, neutral, and negative breakdown.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2761488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76148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 this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14553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7 speakers analysed. Meeting tone was mostly neutral (59.8%), with 26.6% positive.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" y="3767328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767328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151376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Useful for team health checks, client call reviews, or post-meeting reflection.</a:t>
            </a:r>
          </a:p>
        </p:txBody>
      </p:sp>
      <p:pic>
        <p:nvPicPr>
          <p:cNvPr id="18" name="Picture 17" descr="sentim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566928"/>
            <a:ext cx="9948672" cy="31638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176272" y="3730752"/>
            <a:ext cx="9948672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etail_per_spe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3767328"/>
            <a:ext cx="9948672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82127" y="0"/>
            <a:ext cx="4306824" cy="6858000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73152" cy="3474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949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</a:rPr>
              <a:t>LET'S COLLABORATE!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6583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Open to discussions, collaborations, and opportunities</a:t>
            </a:r>
          </a:p>
          <a:p>
            <a:pPr algn="l"/>
            <a:r>
              <a:rPr sz="1400" b="0" i="0">
                <a:solidFill>
                  <a:srgbClr val="A5B4FC"/>
                </a:solidFill>
              </a:rPr>
              <a:t>in Artificial Intelligence and Machine Learning.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36976"/>
            <a:ext cx="1051560" cy="402336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25526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32644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srilutfiyadwiy@gmail.com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95344"/>
            <a:ext cx="1051560" cy="402336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391363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9227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linkedin.com/in/sri-lutfiya-dwiyeni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53712"/>
            <a:ext cx="1051560" cy="402336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4571999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5811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github.com/rilufiyy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12080"/>
            <a:ext cx="1051560" cy="402336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5230368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239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+62 812-1457-7894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39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4688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3375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MeetRecall AI Improvement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Meeting Intelligence Platform</a:t>
            </a:r>
          </a:p>
        </p:txBody>
      </p:sp>
      <p:pic>
        <p:nvPicPr>
          <p:cNvPr id="21" name="Picture 20" descr="main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4315968"/>
            <a:ext cx="370332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